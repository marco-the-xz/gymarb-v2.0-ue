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4"/>
  </p:notesMasterIdLst>
  <p:sldIdLst>
    <p:sldId id="256" r:id="rId2"/>
    <p:sldId id="262" r:id="rId3"/>
    <p:sldId id="257" r:id="rId4"/>
    <p:sldId id="258" r:id="rId5"/>
    <p:sldId id="266" r:id="rId6"/>
    <p:sldId id="264" r:id="rId7"/>
    <p:sldId id="265" r:id="rId8"/>
    <p:sldId id="267" r:id="rId9"/>
    <p:sldId id="263" r:id="rId10"/>
    <p:sldId id="259" r:id="rId11"/>
    <p:sldId id="261" r:id="rId12"/>
    <p:sldId id="260" r:id="rId1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93" d="100"/>
          <a:sy n="93" d="100"/>
        </p:scale>
        <p:origin x="21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7A7139-38C6-4037-9E6A-E5097E65C18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550980F-0A36-4145-AA44-3427BEA7F79A}">
      <dgm:prSet/>
      <dgm:spPr/>
      <dgm:t>
        <a:bodyPr/>
        <a:lstStyle/>
        <a:p>
          <a:r>
            <a:rPr lang="en-US" dirty="0"/>
            <a:t>Marcus Persson</a:t>
          </a:r>
        </a:p>
      </dgm:t>
    </dgm:pt>
    <dgm:pt modelId="{D1A936B7-00D5-49C0-A807-D9AB62C4C4D4}" type="parTrans" cxnId="{1C6A28D1-502F-4719-A1BD-E9C46BE48B4E}">
      <dgm:prSet/>
      <dgm:spPr/>
      <dgm:t>
        <a:bodyPr/>
        <a:lstStyle/>
        <a:p>
          <a:endParaRPr lang="en-US"/>
        </a:p>
      </dgm:t>
    </dgm:pt>
    <dgm:pt modelId="{3746A0F9-7A8D-42B5-BB99-646D211A151A}" type="sibTrans" cxnId="{1C6A28D1-502F-4719-A1BD-E9C46BE48B4E}">
      <dgm:prSet/>
      <dgm:spPr/>
      <dgm:t>
        <a:bodyPr/>
        <a:lstStyle/>
        <a:p>
          <a:endParaRPr lang="en-US"/>
        </a:p>
      </dgm:t>
    </dgm:pt>
    <dgm:pt modelId="{DFE3A1E8-1516-42D0-AA19-67E9EE1492D4}">
      <dgm:prSet/>
      <dgm:spPr/>
      <dgm:t>
        <a:bodyPr/>
        <a:lstStyle/>
        <a:p>
          <a:r>
            <a:rPr lang="en-US"/>
            <a:t>230s</a:t>
          </a:r>
        </a:p>
      </dgm:t>
    </dgm:pt>
    <dgm:pt modelId="{46CC0F9C-4176-44FC-B430-DF63FFEC6CD2}" type="parTrans" cxnId="{467AF84C-97AB-4188-9A34-FCABBBAAE542}">
      <dgm:prSet/>
      <dgm:spPr/>
      <dgm:t>
        <a:bodyPr/>
        <a:lstStyle/>
        <a:p>
          <a:endParaRPr lang="en-US"/>
        </a:p>
      </dgm:t>
    </dgm:pt>
    <dgm:pt modelId="{AFFF2D1A-20FC-4021-A0C2-2A82AB296DCF}" type="sibTrans" cxnId="{467AF84C-97AB-4188-9A34-FCABBBAAE542}">
      <dgm:prSet/>
      <dgm:spPr/>
      <dgm:t>
        <a:bodyPr/>
        <a:lstStyle/>
        <a:p>
          <a:endParaRPr lang="en-US"/>
        </a:p>
      </dgm:t>
    </dgm:pt>
    <dgm:pt modelId="{560F35FD-A2C5-4714-AA93-1F27B17D9D0A}" type="pres">
      <dgm:prSet presAssocID="{077A7139-38C6-4037-9E6A-E5097E65C18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6D041D3-25FF-45AB-9967-B03E562DA15C}" type="pres">
      <dgm:prSet presAssocID="{0550980F-0A36-4145-AA44-3427BEA7F79A}" presName="hierRoot1" presStyleCnt="0"/>
      <dgm:spPr/>
    </dgm:pt>
    <dgm:pt modelId="{EBBFEBD1-8B28-4758-AF3B-BF4B79865D88}" type="pres">
      <dgm:prSet presAssocID="{0550980F-0A36-4145-AA44-3427BEA7F79A}" presName="composite" presStyleCnt="0"/>
      <dgm:spPr/>
    </dgm:pt>
    <dgm:pt modelId="{E8CDF15A-E088-4431-A42F-E4DF70DFC5B2}" type="pres">
      <dgm:prSet presAssocID="{0550980F-0A36-4145-AA44-3427BEA7F79A}" presName="background" presStyleLbl="node0" presStyleIdx="0" presStyleCnt="2"/>
      <dgm:spPr/>
    </dgm:pt>
    <dgm:pt modelId="{4C67580C-FD26-438C-8432-6DF9D642224D}" type="pres">
      <dgm:prSet presAssocID="{0550980F-0A36-4145-AA44-3427BEA7F79A}" presName="text" presStyleLbl="fgAcc0" presStyleIdx="0" presStyleCnt="2">
        <dgm:presLayoutVars>
          <dgm:chPref val="3"/>
        </dgm:presLayoutVars>
      </dgm:prSet>
      <dgm:spPr/>
    </dgm:pt>
    <dgm:pt modelId="{73861473-D01B-456F-B8B3-B0E8DEB99DBA}" type="pres">
      <dgm:prSet presAssocID="{0550980F-0A36-4145-AA44-3427BEA7F79A}" presName="hierChild2" presStyleCnt="0"/>
      <dgm:spPr/>
    </dgm:pt>
    <dgm:pt modelId="{98948714-4766-44EA-942B-038A945E3089}" type="pres">
      <dgm:prSet presAssocID="{DFE3A1E8-1516-42D0-AA19-67E9EE1492D4}" presName="hierRoot1" presStyleCnt="0"/>
      <dgm:spPr/>
    </dgm:pt>
    <dgm:pt modelId="{2CEEB347-ED5E-4C2C-8382-959229D58319}" type="pres">
      <dgm:prSet presAssocID="{DFE3A1E8-1516-42D0-AA19-67E9EE1492D4}" presName="composite" presStyleCnt="0"/>
      <dgm:spPr/>
    </dgm:pt>
    <dgm:pt modelId="{E6651921-9F67-4E53-B840-63B0DF15165B}" type="pres">
      <dgm:prSet presAssocID="{DFE3A1E8-1516-42D0-AA19-67E9EE1492D4}" presName="background" presStyleLbl="node0" presStyleIdx="1" presStyleCnt="2"/>
      <dgm:spPr/>
    </dgm:pt>
    <dgm:pt modelId="{C9DE7312-1B4E-4E9B-B24D-4B96BEEC0A14}" type="pres">
      <dgm:prSet presAssocID="{DFE3A1E8-1516-42D0-AA19-67E9EE1492D4}" presName="text" presStyleLbl="fgAcc0" presStyleIdx="1" presStyleCnt="2">
        <dgm:presLayoutVars>
          <dgm:chPref val="3"/>
        </dgm:presLayoutVars>
      </dgm:prSet>
      <dgm:spPr/>
    </dgm:pt>
    <dgm:pt modelId="{0AF33D55-7847-4553-B11C-17E9BAA14909}" type="pres">
      <dgm:prSet presAssocID="{DFE3A1E8-1516-42D0-AA19-67E9EE1492D4}" presName="hierChild2" presStyleCnt="0"/>
      <dgm:spPr/>
    </dgm:pt>
  </dgm:ptLst>
  <dgm:cxnLst>
    <dgm:cxn modelId="{467AF84C-97AB-4188-9A34-FCABBBAAE542}" srcId="{077A7139-38C6-4037-9E6A-E5097E65C18D}" destId="{DFE3A1E8-1516-42D0-AA19-67E9EE1492D4}" srcOrd="1" destOrd="0" parTransId="{46CC0F9C-4176-44FC-B430-DF63FFEC6CD2}" sibTransId="{AFFF2D1A-20FC-4021-A0C2-2A82AB296DCF}"/>
    <dgm:cxn modelId="{9E7C2C83-DFC0-4E51-854E-6510C2DA63E9}" type="presOf" srcId="{0550980F-0A36-4145-AA44-3427BEA7F79A}" destId="{4C67580C-FD26-438C-8432-6DF9D642224D}" srcOrd="0" destOrd="0" presId="urn:microsoft.com/office/officeart/2005/8/layout/hierarchy1"/>
    <dgm:cxn modelId="{F322C48B-057C-4D13-9677-28461F83646E}" type="presOf" srcId="{077A7139-38C6-4037-9E6A-E5097E65C18D}" destId="{560F35FD-A2C5-4714-AA93-1F27B17D9D0A}" srcOrd="0" destOrd="0" presId="urn:microsoft.com/office/officeart/2005/8/layout/hierarchy1"/>
    <dgm:cxn modelId="{776D0A99-0076-441B-A369-898A68489A3A}" type="presOf" srcId="{DFE3A1E8-1516-42D0-AA19-67E9EE1492D4}" destId="{C9DE7312-1B4E-4E9B-B24D-4B96BEEC0A14}" srcOrd="0" destOrd="0" presId="urn:microsoft.com/office/officeart/2005/8/layout/hierarchy1"/>
    <dgm:cxn modelId="{1C6A28D1-502F-4719-A1BD-E9C46BE48B4E}" srcId="{077A7139-38C6-4037-9E6A-E5097E65C18D}" destId="{0550980F-0A36-4145-AA44-3427BEA7F79A}" srcOrd="0" destOrd="0" parTransId="{D1A936B7-00D5-49C0-A807-D9AB62C4C4D4}" sibTransId="{3746A0F9-7A8D-42B5-BB99-646D211A151A}"/>
    <dgm:cxn modelId="{A209A78D-97A8-4F93-99B7-6455808E354F}" type="presParOf" srcId="{560F35FD-A2C5-4714-AA93-1F27B17D9D0A}" destId="{96D041D3-25FF-45AB-9967-B03E562DA15C}" srcOrd="0" destOrd="0" presId="urn:microsoft.com/office/officeart/2005/8/layout/hierarchy1"/>
    <dgm:cxn modelId="{53529A14-0878-485E-AC8F-B3382D4A7153}" type="presParOf" srcId="{96D041D3-25FF-45AB-9967-B03E562DA15C}" destId="{EBBFEBD1-8B28-4758-AF3B-BF4B79865D88}" srcOrd="0" destOrd="0" presId="urn:microsoft.com/office/officeart/2005/8/layout/hierarchy1"/>
    <dgm:cxn modelId="{C4F86B69-0C18-4DC5-B3C0-4AC03BDBDD41}" type="presParOf" srcId="{EBBFEBD1-8B28-4758-AF3B-BF4B79865D88}" destId="{E8CDF15A-E088-4431-A42F-E4DF70DFC5B2}" srcOrd="0" destOrd="0" presId="urn:microsoft.com/office/officeart/2005/8/layout/hierarchy1"/>
    <dgm:cxn modelId="{EFE38CB7-DFE2-4D58-9C3E-5A7618792656}" type="presParOf" srcId="{EBBFEBD1-8B28-4758-AF3B-BF4B79865D88}" destId="{4C67580C-FD26-438C-8432-6DF9D642224D}" srcOrd="1" destOrd="0" presId="urn:microsoft.com/office/officeart/2005/8/layout/hierarchy1"/>
    <dgm:cxn modelId="{3D8B95E5-2877-4A4B-819A-4E2E83A0AF29}" type="presParOf" srcId="{96D041D3-25FF-45AB-9967-B03E562DA15C}" destId="{73861473-D01B-456F-B8B3-B0E8DEB99DBA}" srcOrd="1" destOrd="0" presId="urn:microsoft.com/office/officeart/2005/8/layout/hierarchy1"/>
    <dgm:cxn modelId="{5C46762C-786F-4F82-A7CB-2FA27440EFA6}" type="presParOf" srcId="{560F35FD-A2C5-4714-AA93-1F27B17D9D0A}" destId="{98948714-4766-44EA-942B-038A945E3089}" srcOrd="1" destOrd="0" presId="urn:microsoft.com/office/officeart/2005/8/layout/hierarchy1"/>
    <dgm:cxn modelId="{021E41A8-088A-4F0C-9EC2-067D82FEF790}" type="presParOf" srcId="{98948714-4766-44EA-942B-038A945E3089}" destId="{2CEEB347-ED5E-4C2C-8382-959229D58319}" srcOrd="0" destOrd="0" presId="urn:microsoft.com/office/officeart/2005/8/layout/hierarchy1"/>
    <dgm:cxn modelId="{56F1B6E2-34A5-45F9-A46D-9697167E9113}" type="presParOf" srcId="{2CEEB347-ED5E-4C2C-8382-959229D58319}" destId="{E6651921-9F67-4E53-B840-63B0DF15165B}" srcOrd="0" destOrd="0" presId="urn:microsoft.com/office/officeart/2005/8/layout/hierarchy1"/>
    <dgm:cxn modelId="{A1218317-393C-4646-9F1D-2223B26335B1}" type="presParOf" srcId="{2CEEB347-ED5E-4C2C-8382-959229D58319}" destId="{C9DE7312-1B4E-4E9B-B24D-4B96BEEC0A14}" srcOrd="1" destOrd="0" presId="urn:microsoft.com/office/officeart/2005/8/layout/hierarchy1"/>
    <dgm:cxn modelId="{428DC44C-EA82-415B-A098-4E2F71651644}" type="presParOf" srcId="{98948714-4766-44EA-942B-038A945E3089}" destId="{0AF33D55-7847-4553-B11C-17E9BAA1490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B1F4D9-EA8E-4B1F-AB26-5B7D77AFB07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375791-4352-45F8-80F7-F22343C27DF1}">
      <dgm:prSet/>
      <dgm:spPr/>
      <dgm:t>
        <a:bodyPr/>
        <a:lstStyle/>
        <a:p>
          <a:r>
            <a:rPr lang="en-US" dirty="0"/>
            <a:t>Ett </a:t>
          </a:r>
          <a:r>
            <a:rPr lang="en-US" dirty="0" err="1"/>
            <a:t>hjälpmedel</a:t>
          </a:r>
          <a:endParaRPr lang="en-US" dirty="0"/>
        </a:p>
      </dgm:t>
    </dgm:pt>
    <dgm:pt modelId="{FB143821-82DF-4264-ADDB-E17313F0B19F}" type="parTrans" cxnId="{0A5CDB3F-61B0-4A41-B020-7A0925824914}">
      <dgm:prSet/>
      <dgm:spPr/>
      <dgm:t>
        <a:bodyPr/>
        <a:lstStyle/>
        <a:p>
          <a:endParaRPr lang="en-US"/>
        </a:p>
      </dgm:t>
    </dgm:pt>
    <dgm:pt modelId="{C246E7DE-F254-4244-9CCD-695F0C682357}" type="sibTrans" cxnId="{0A5CDB3F-61B0-4A41-B020-7A0925824914}">
      <dgm:prSet/>
      <dgm:spPr/>
      <dgm:t>
        <a:bodyPr/>
        <a:lstStyle/>
        <a:p>
          <a:endParaRPr lang="en-US"/>
        </a:p>
      </dgm:t>
    </dgm:pt>
    <dgm:pt modelId="{736A612D-919F-4F5F-973D-F93E8D093E23}">
      <dgm:prSet/>
      <dgm:spPr/>
      <dgm:t>
        <a:bodyPr/>
        <a:lstStyle/>
        <a:p>
          <a:r>
            <a:rPr lang="en-US"/>
            <a:t>Något interaktivt</a:t>
          </a:r>
        </a:p>
      </dgm:t>
    </dgm:pt>
    <dgm:pt modelId="{2462D032-E2C6-4E9E-A30E-4700BCCDDD1A}" type="parTrans" cxnId="{69ED7AA7-A815-45B4-89F7-9A8DCDE8F6D2}">
      <dgm:prSet/>
      <dgm:spPr/>
      <dgm:t>
        <a:bodyPr/>
        <a:lstStyle/>
        <a:p>
          <a:endParaRPr lang="en-US"/>
        </a:p>
      </dgm:t>
    </dgm:pt>
    <dgm:pt modelId="{3FB12878-9B14-4A9F-A094-590D4F279717}" type="sibTrans" cxnId="{69ED7AA7-A815-45B4-89F7-9A8DCDE8F6D2}">
      <dgm:prSet/>
      <dgm:spPr/>
      <dgm:t>
        <a:bodyPr/>
        <a:lstStyle/>
        <a:p>
          <a:endParaRPr lang="en-US"/>
        </a:p>
      </dgm:t>
    </dgm:pt>
    <dgm:pt modelId="{8BF86D72-50BD-4401-BACC-0A0299249E5F}">
      <dgm:prSet/>
      <dgm:spPr/>
      <dgm:t>
        <a:bodyPr/>
        <a:lstStyle/>
        <a:p>
          <a:r>
            <a:rPr lang="en-US"/>
            <a:t>Något roligt</a:t>
          </a:r>
        </a:p>
      </dgm:t>
    </dgm:pt>
    <dgm:pt modelId="{92113CD5-42DF-43CF-AFEF-2998E26A43F4}" type="parTrans" cxnId="{AE892586-064B-4758-8B50-A40712385524}">
      <dgm:prSet/>
      <dgm:spPr/>
      <dgm:t>
        <a:bodyPr/>
        <a:lstStyle/>
        <a:p>
          <a:endParaRPr lang="en-US"/>
        </a:p>
      </dgm:t>
    </dgm:pt>
    <dgm:pt modelId="{9535D5FD-CD24-4146-B3A3-CD18AEB20643}" type="sibTrans" cxnId="{AE892586-064B-4758-8B50-A40712385524}">
      <dgm:prSet/>
      <dgm:spPr/>
      <dgm:t>
        <a:bodyPr/>
        <a:lstStyle/>
        <a:p>
          <a:endParaRPr lang="en-US"/>
        </a:p>
      </dgm:t>
    </dgm:pt>
    <dgm:pt modelId="{1FA892F2-0CBA-4BFF-B0B5-A7154FA4FB39}">
      <dgm:prSet/>
      <dgm:spPr/>
      <dgm:t>
        <a:bodyPr/>
        <a:lstStyle/>
        <a:p>
          <a:r>
            <a:rPr lang="en-US"/>
            <a:t>Något jobbigt</a:t>
          </a:r>
        </a:p>
      </dgm:t>
    </dgm:pt>
    <dgm:pt modelId="{612883B5-D84F-4E35-8D44-632144DF79F3}" type="parTrans" cxnId="{BD75034B-1827-4C90-B984-8B41D32191CD}">
      <dgm:prSet/>
      <dgm:spPr/>
      <dgm:t>
        <a:bodyPr/>
        <a:lstStyle/>
        <a:p>
          <a:endParaRPr lang="en-US"/>
        </a:p>
      </dgm:t>
    </dgm:pt>
    <dgm:pt modelId="{1C567E22-7A29-447A-B1D1-46E9794F02C0}" type="sibTrans" cxnId="{BD75034B-1827-4C90-B984-8B41D32191CD}">
      <dgm:prSet/>
      <dgm:spPr/>
      <dgm:t>
        <a:bodyPr/>
        <a:lstStyle/>
        <a:p>
          <a:endParaRPr lang="en-US"/>
        </a:p>
      </dgm:t>
    </dgm:pt>
    <dgm:pt modelId="{D1BBED18-87F7-431A-BCA3-7E2E67D162B4}" type="pres">
      <dgm:prSet presAssocID="{16B1F4D9-EA8E-4B1F-AB26-5B7D77AFB07D}" presName="matrix" presStyleCnt="0">
        <dgm:presLayoutVars>
          <dgm:chMax val="1"/>
          <dgm:dir/>
          <dgm:resizeHandles val="exact"/>
        </dgm:presLayoutVars>
      </dgm:prSet>
      <dgm:spPr/>
    </dgm:pt>
    <dgm:pt modelId="{B64DC329-438A-470C-A2E2-6B6046B444CB}" type="pres">
      <dgm:prSet presAssocID="{16B1F4D9-EA8E-4B1F-AB26-5B7D77AFB07D}" presName="diamond" presStyleLbl="bgShp" presStyleIdx="0" presStyleCnt="1"/>
      <dgm:spPr/>
    </dgm:pt>
    <dgm:pt modelId="{811A5A6A-3479-4860-B7A3-29D85B49AF0B}" type="pres">
      <dgm:prSet presAssocID="{16B1F4D9-EA8E-4B1F-AB26-5B7D77AFB07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1C04715-39BA-43CF-85E5-1C3959B0B49C}" type="pres">
      <dgm:prSet presAssocID="{16B1F4D9-EA8E-4B1F-AB26-5B7D77AFB07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9DC020C-F0D0-4EAA-AB26-23E558B0E561}" type="pres">
      <dgm:prSet presAssocID="{16B1F4D9-EA8E-4B1F-AB26-5B7D77AFB07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39385E5-9ECD-4BB3-A6C1-CFE0908BD0A1}" type="pres">
      <dgm:prSet presAssocID="{16B1F4D9-EA8E-4B1F-AB26-5B7D77AFB07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A5CDB3F-61B0-4A41-B020-7A0925824914}" srcId="{16B1F4D9-EA8E-4B1F-AB26-5B7D77AFB07D}" destId="{47375791-4352-45F8-80F7-F22343C27DF1}" srcOrd="0" destOrd="0" parTransId="{FB143821-82DF-4264-ADDB-E17313F0B19F}" sibTransId="{C246E7DE-F254-4244-9CCD-695F0C682357}"/>
    <dgm:cxn modelId="{88DB2764-612C-41A4-9511-799A6E002672}" type="presOf" srcId="{736A612D-919F-4F5F-973D-F93E8D093E23}" destId="{81C04715-39BA-43CF-85E5-1C3959B0B49C}" srcOrd="0" destOrd="0" presId="urn:microsoft.com/office/officeart/2005/8/layout/matrix3"/>
    <dgm:cxn modelId="{BD75034B-1827-4C90-B984-8B41D32191CD}" srcId="{16B1F4D9-EA8E-4B1F-AB26-5B7D77AFB07D}" destId="{1FA892F2-0CBA-4BFF-B0B5-A7154FA4FB39}" srcOrd="3" destOrd="0" parTransId="{612883B5-D84F-4E35-8D44-632144DF79F3}" sibTransId="{1C567E22-7A29-447A-B1D1-46E9794F02C0}"/>
    <dgm:cxn modelId="{BCFFB37F-DE56-4510-B104-1E4E3BABBD28}" type="presOf" srcId="{47375791-4352-45F8-80F7-F22343C27DF1}" destId="{811A5A6A-3479-4860-B7A3-29D85B49AF0B}" srcOrd="0" destOrd="0" presId="urn:microsoft.com/office/officeart/2005/8/layout/matrix3"/>
    <dgm:cxn modelId="{AE892586-064B-4758-8B50-A40712385524}" srcId="{16B1F4D9-EA8E-4B1F-AB26-5B7D77AFB07D}" destId="{8BF86D72-50BD-4401-BACC-0A0299249E5F}" srcOrd="2" destOrd="0" parTransId="{92113CD5-42DF-43CF-AFEF-2998E26A43F4}" sibTransId="{9535D5FD-CD24-4146-B3A3-CD18AEB20643}"/>
    <dgm:cxn modelId="{592BDA98-F7FC-42D9-8DCA-C1750E4A2071}" type="presOf" srcId="{16B1F4D9-EA8E-4B1F-AB26-5B7D77AFB07D}" destId="{D1BBED18-87F7-431A-BCA3-7E2E67D162B4}" srcOrd="0" destOrd="0" presId="urn:microsoft.com/office/officeart/2005/8/layout/matrix3"/>
    <dgm:cxn modelId="{69ED7AA7-A815-45B4-89F7-9A8DCDE8F6D2}" srcId="{16B1F4D9-EA8E-4B1F-AB26-5B7D77AFB07D}" destId="{736A612D-919F-4F5F-973D-F93E8D093E23}" srcOrd="1" destOrd="0" parTransId="{2462D032-E2C6-4E9E-A30E-4700BCCDDD1A}" sibTransId="{3FB12878-9B14-4A9F-A094-590D4F279717}"/>
    <dgm:cxn modelId="{A79163BA-900E-408D-B4D4-F327261F4541}" type="presOf" srcId="{1FA892F2-0CBA-4BFF-B0B5-A7154FA4FB39}" destId="{339385E5-9ECD-4BB3-A6C1-CFE0908BD0A1}" srcOrd="0" destOrd="0" presId="urn:microsoft.com/office/officeart/2005/8/layout/matrix3"/>
    <dgm:cxn modelId="{951290BE-1B39-4A1F-B164-3854E0F4892F}" type="presOf" srcId="{8BF86D72-50BD-4401-BACC-0A0299249E5F}" destId="{09DC020C-F0D0-4EAA-AB26-23E558B0E561}" srcOrd="0" destOrd="0" presId="urn:microsoft.com/office/officeart/2005/8/layout/matrix3"/>
    <dgm:cxn modelId="{1055FF31-F0C1-4D86-A8FD-5C56585EEA06}" type="presParOf" srcId="{D1BBED18-87F7-431A-BCA3-7E2E67D162B4}" destId="{B64DC329-438A-470C-A2E2-6B6046B444CB}" srcOrd="0" destOrd="0" presId="urn:microsoft.com/office/officeart/2005/8/layout/matrix3"/>
    <dgm:cxn modelId="{BFBD0D32-2A2A-43D7-836F-0A350020F3F8}" type="presParOf" srcId="{D1BBED18-87F7-431A-BCA3-7E2E67D162B4}" destId="{811A5A6A-3479-4860-B7A3-29D85B49AF0B}" srcOrd="1" destOrd="0" presId="urn:microsoft.com/office/officeart/2005/8/layout/matrix3"/>
    <dgm:cxn modelId="{33D88FFD-4C84-4B99-BFB7-B3AE5D4058EC}" type="presParOf" srcId="{D1BBED18-87F7-431A-BCA3-7E2E67D162B4}" destId="{81C04715-39BA-43CF-85E5-1C3959B0B49C}" srcOrd="2" destOrd="0" presId="urn:microsoft.com/office/officeart/2005/8/layout/matrix3"/>
    <dgm:cxn modelId="{3D23322B-67B2-4950-8CC9-FCA98292D700}" type="presParOf" srcId="{D1BBED18-87F7-431A-BCA3-7E2E67D162B4}" destId="{09DC020C-F0D0-4EAA-AB26-23E558B0E561}" srcOrd="3" destOrd="0" presId="urn:microsoft.com/office/officeart/2005/8/layout/matrix3"/>
    <dgm:cxn modelId="{415991D3-64C1-470C-B03E-53A25B06DA2B}" type="presParOf" srcId="{D1BBED18-87F7-431A-BCA3-7E2E67D162B4}" destId="{339385E5-9ECD-4BB3-A6C1-CFE0908BD0A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2E2CB7-30F5-4590-AA1C-C2DC2A38A52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0E8303-C5CA-4BAA-86B0-DEEB0F5C187F}">
      <dgm:prSet/>
      <dgm:spPr/>
      <dgm:t>
        <a:bodyPr/>
        <a:lstStyle/>
        <a:p>
          <a:r>
            <a:rPr lang="en-US"/>
            <a:t>Underlätta gymnasiets fysik genom visualisering</a:t>
          </a:r>
        </a:p>
      </dgm:t>
    </dgm:pt>
    <dgm:pt modelId="{CCFA79F6-2A6F-4AA1-9579-DF52899BC743}" type="parTrans" cxnId="{6F2D511F-E43A-42B4-9CE1-286D20253AA4}">
      <dgm:prSet/>
      <dgm:spPr/>
      <dgm:t>
        <a:bodyPr/>
        <a:lstStyle/>
        <a:p>
          <a:endParaRPr lang="en-US"/>
        </a:p>
      </dgm:t>
    </dgm:pt>
    <dgm:pt modelId="{D7226354-9604-46EF-8016-D034EDFAAF12}" type="sibTrans" cxnId="{6F2D511F-E43A-42B4-9CE1-286D20253AA4}">
      <dgm:prSet/>
      <dgm:spPr/>
      <dgm:t>
        <a:bodyPr/>
        <a:lstStyle/>
        <a:p>
          <a:endParaRPr lang="en-US"/>
        </a:p>
      </dgm:t>
    </dgm:pt>
    <dgm:pt modelId="{C59D7AA1-7EE7-434E-BA4C-B2FBF0E84E6E}">
      <dgm:prSet/>
      <dgm:spPr/>
      <dgm:t>
        <a:bodyPr/>
        <a:lstStyle/>
        <a:p>
          <a:r>
            <a:rPr lang="en-US"/>
            <a:t>Intresse i AR</a:t>
          </a:r>
        </a:p>
      </dgm:t>
    </dgm:pt>
    <dgm:pt modelId="{9272D0F6-E3FD-491A-A513-A11CD14F17FA}" type="parTrans" cxnId="{1FE27F8C-B627-4DC3-A491-B4972484BB6F}">
      <dgm:prSet/>
      <dgm:spPr/>
      <dgm:t>
        <a:bodyPr/>
        <a:lstStyle/>
        <a:p>
          <a:endParaRPr lang="en-US"/>
        </a:p>
      </dgm:t>
    </dgm:pt>
    <dgm:pt modelId="{6AF11AFC-7800-43DB-905C-499F72C5057C}" type="sibTrans" cxnId="{1FE27F8C-B627-4DC3-A491-B4972484BB6F}">
      <dgm:prSet/>
      <dgm:spPr/>
      <dgm:t>
        <a:bodyPr/>
        <a:lstStyle/>
        <a:p>
          <a:endParaRPr lang="en-US"/>
        </a:p>
      </dgm:t>
    </dgm:pt>
    <dgm:pt modelId="{2DC94B46-8FE3-46CB-94AA-4398904F88EC}">
      <dgm:prSet/>
      <dgm:spPr/>
      <dgm:t>
        <a:bodyPr/>
        <a:lstStyle/>
        <a:p>
          <a:r>
            <a:rPr lang="en-US"/>
            <a:t>Men vad innebär det att göra detta i AR?</a:t>
          </a:r>
        </a:p>
      </dgm:t>
    </dgm:pt>
    <dgm:pt modelId="{B3A05754-2FBD-49E3-8E5B-EF511FBA24A2}" type="parTrans" cxnId="{F5FEB994-DD7F-4450-86E7-1674A8155CFA}">
      <dgm:prSet/>
      <dgm:spPr/>
      <dgm:t>
        <a:bodyPr/>
        <a:lstStyle/>
        <a:p>
          <a:endParaRPr lang="en-US"/>
        </a:p>
      </dgm:t>
    </dgm:pt>
    <dgm:pt modelId="{44FEA9D1-5F21-452E-A28C-CF6F07B9FBF4}" type="sibTrans" cxnId="{F5FEB994-DD7F-4450-86E7-1674A8155CFA}">
      <dgm:prSet/>
      <dgm:spPr/>
      <dgm:t>
        <a:bodyPr/>
        <a:lstStyle/>
        <a:p>
          <a:endParaRPr lang="en-US"/>
        </a:p>
      </dgm:t>
    </dgm:pt>
    <dgm:pt modelId="{0A3737C1-E367-4EEA-97C4-ECC348EBB0FB}" type="pres">
      <dgm:prSet presAssocID="{FD2E2CB7-30F5-4590-AA1C-C2DC2A38A52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74D085-7F1A-461C-B460-4DCB6F1BE652}" type="pres">
      <dgm:prSet presAssocID="{600E8303-C5CA-4BAA-86B0-DEEB0F5C187F}" presName="hierRoot1" presStyleCnt="0"/>
      <dgm:spPr/>
    </dgm:pt>
    <dgm:pt modelId="{E57DFFFB-3542-43CB-A442-E62E255E761F}" type="pres">
      <dgm:prSet presAssocID="{600E8303-C5CA-4BAA-86B0-DEEB0F5C187F}" presName="composite" presStyleCnt="0"/>
      <dgm:spPr/>
    </dgm:pt>
    <dgm:pt modelId="{37D95514-60CB-44D9-AF2A-CBBE28B043E0}" type="pres">
      <dgm:prSet presAssocID="{600E8303-C5CA-4BAA-86B0-DEEB0F5C187F}" presName="background" presStyleLbl="node0" presStyleIdx="0" presStyleCnt="3"/>
      <dgm:spPr/>
    </dgm:pt>
    <dgm:pt modelId="{BEB2E21D-FC0A-426C-B5D5-54E2A5F140C1}" type="pres">
      <dgm:prSet presAssocID="{600E8303-C5CA-4BAA-86B0-DEEB0F5C187F}" presName="text" presStyleLbl="fgAcc0" presStyleIdx="0" presStyleCnt="3">
        <dgm:presLayoutVars>
          <dgm:chPref val="3"/>
        </dgm:presLayoutVars>
      </dgm:prSet>
      <dgm:spPr/>
    </dgm:pt>
    <dgm:pt modelId="{82A369FD-5B20-4047-A4B3-36B573E709BE}" type="pres">
      <dgm:prSet presAssocID="{600E8303-C5CA-4BAA-86B0-DEEB0F5C187F}" presName="hierChild2" presStyleCnt="0"/>
      <dgm:spPr/>
    </dgm:pt>
    <dgm:pt modelId="{FD8A3226-9FE0-4F62-A5C5-362D0CAC370D}" type="pres">
      <dgm:prSet presAssocID="{C59D7AA1-7EE7-434E-BA4C-B2FBF0E84E6E}" presName="hierRoot1" presStyleCnt="0"/>
      <dgm:spPr/>
    </dgm:pt>
    <dgm:pt modelId="{3D5DD86F-5469-4159-8E1F-A2EF7AC7F250}" type="pres">
      <dgm:prSet presAssocID="{C59D7AA1-7EE7-434E-BA4C-B2FBF0E84E6E}" presName="composite" presStyleCnt="0"/>
      <dgm:spPr/>
    </dgm:pt>
    <dgm:pt modelId="{FDCC81AD-7B0D-4D79-8DD6-840E197D969D}" type="pres">
      <dgm:prSet presAssocID="{C59D7AA1-7EE7-434E-BA4C-B2FBF0E84E6E}" presName="background" presStyleLbl="node0" presStyleIdx="1" presStyleCnt="3"/>
      <dgm:spPr/>
    </dgm:pt>
    <dgm:pt modelId="{0DD4CD1C-C289-449E-86B8-76C33EE0DB31}" type="pres">
      <dgm:prSet presAssocID="{C59D7AA1-7EE7-434E-BA4C-B2FBF0E84E6E}" presName="text" presStyleLbl="fgAcc0" presStyleIdx="1" presStyleCnt="3">
        <dgm:presLayoutVars>
          <dgm:chPref val="3"/>
        </dgm:presLayoutVars>
      </dgm:prSet>
      <dgm:spPr/>
    </dgm:pt>
    <dgm:pt modelId="{A903FD91-9704-430F-9BFA-745D9C8D874E}" type="pres">
      <dgm:prSet presAssocID="{C59D7AA1-7EE7-434E-BA4C-B2FBF0E84E6E}" presName="hierChild2" presStyleCnt="0"/>
      <dgm:spPr/>
    </dgm:pt>
    <dgm:pt modelId="{213EEA27-2E97-445E-829C-D96BC7A601D6}" type="pres">
      <dgm:prSet presAssocID="{2DC94B46-8FE3-46CB-94AA-4398904F88EC}" presName="hierRoot1" presStyleCnt="0"/>
      <dgm:spPr/>
    </dgm:pt>
    <dgm:pt modelId="{D1E65188-90EB-43C1-8C79-1D9EBA365D3C}" type="pres">
      <dgm:prSet presAssocID="{2DC94B46-8FE3-46CB-94AA-4398904F88EC}" presName="composite" presStyleCnt="0"/>
      <dgm:spPr/>
    </dgm:pt>
    <dgm:pt modelId="{93495943-7635-47F9-9169-5C989433F5D8}" type="pres">
      <dgm:prSet presAssocID="{2DC94B46-8FE3-46CB-94AA-4398904F88EC}" presName="background" presStyleLbl="node0" presStyleIdx="2" presStyleCnt="3"/>
      <dgm:spPr/>
    </dgm:pt>
    <dgm:pt modelId="{AFE3187C-E573-477B-B370-8172273BBC74}" type="pres">
      <dgm:prSet presAssocID="{2DC94B46-8FE3-46CB-94AA-4398904F88EC}" presName="text" presStyleLbl="fgAcc0" presStyleIdx="2" presStyleCnt="3">
        <dgm:presLayoutVars>
          <dgm:chPref val="3"/>
        </dgm:presLayoutVars>
      </dgm:prSet>
      <dgm:spPr/>
    </dgm:pt>
    <dgm:pt modelId="{EAE49795-BBAD-4EC7-A31C-53BB347B5BF8}" type="pres">
      <dgm:prSet presAssocID="{2DC94B46-8FE3-46CB-94AA-4398904F88EC}" presName="hierChild2" presStyleCnt="0"/>
      <dgm:spPr/>
    </dgm:pt>
  </dgm:ptLst>
  <dgm:cxnLst>
    <dgm:cxn modelId="{6F2D511F-E43A-42B4-9CE1-286D20253AA4}" srcId="{FD2E2CB7-30F5-4590-AA1C-C2DC2A38A52D}" destId="{600E8303-C5CA-4BAA-86B0-DEEB0F5C187F}" srcOrd="0" destOrd="0" parTransId="{CCFA79F6-2A6F-4AA1-9579-DF52899BC743}" sibTransId="{D7226354-9604-46EF-8016-D034EDFAAF12}"/>
    <dgm:cxn modelId="{E3A95563-FF2F-4C62-BE29-D367A07F1D29}" type="presOf" srcId="{600E8303-C5CA-4BAA-86B0-DEEB0F5C187F}" destId="{BEB2E21D-FC0A-426C-B5D5-54E2A5F140C1}" srcOrd="0" destOrd="0" presId="urn:microsoft.com/office/officeart/2005/8/layout/hierarchy1"/>
    <dgm:cxn modelId="{1FE27F8C-B627-4DC3-A491-B4972484BB6F}" srcId="{FD2E2CB7-30F5-4590-AA1C-C2DC2A38A52D}" destId="{C59D7AA1-7EE7-434E-BA4C-B2FBF0E84E6E}" srcOrd="1" destOrd="0" parTransId="{9272D0F6-E3FD-491A-A513-A11CD14F17FA}" sibTransId="{6AF11AFC-7800-43DB-905C-499F72C5057C}"/>
    <dgm:cxn modelId="{F5FEB994-DD7F-4450-86E7-1674A8155CFA}" srcId="{FD2E2CB7-30F5-4590-AA1C-C2DC2A38A52D}" destId="{2DC94B46-8FE3-46CB-94AA-4398904F88EC}" srcOrd="2" destOrd="0" parTransId="{B3A05754-2FBD-49E3-8E5B-EF511FBA24A2}" sibTransId="{44FEA9D1-5F21-452E-A28C-CF6F07B9FBF4}"/>
    <dgm:cxn modelId="{409CCFD9-787E-4F0C-9F84-8F41A647DF3C}" type="presOf" srcId="{2DC94B46-8FE3-46CB-94AA-4398904F88EC}" destId="{AFE3187C-E573-477B-B370-8172273BBC74}" srcOrd="0" destOrd="0" presId="urn:microsoft.com/office/officeart/2005/8/layout/hierarchy1"/>
    <dgm:cxn modelId="{839171EE-8D77-4421-9D46-EF8D56BADD82}" type="presOf" srcId="{C59D7AA1-7EE7-434E-BA4C-B2FBF0E84E6E}" destId="{0DD4CD1C-C289-449E-86B8-76C33EE0DB31}" srcOrd="0" destOrd="0" presId="urn:microsoft.com/office/officeart/2005/8/layout/hierarchy1"/>
    <dgm:cxn modelId="{5E60F9F8-44B9-4E4D-9C80-55C0FAE25B43}" type="presOf" srcId="{FD2E2CB7-30F5-4590-AA1C-C2DC2A38A52D}" destId="{0A3737C1-E367-4EEA-97C4-ECC348EBB0FB}" srcOrd="0" destOrd="0" presId="urn:microsoft.com/office/officeart/2005/8/layout/hierarchy1"/>
    <dgm:cxn modelId="{D6DF1235-CD48-44D8-83FE-9E14C5E1B6E1}" type="presParOf" srcId="{0A3737C1-E367-4EEA-97C4-ECC348EBB0FB}" destId="{4E74D085-7F1A-461C-B460-4DCB6F1BE652}" srcOrd="0" destOrd="0" presId="urn:microsoft.com/office/officeart/2005/8/layout/hierarchy1"/>
    <dgm:cxn modelId="{A76C5EB9-BB6C-4A07-823E-14D8099CE99C}" type="presParOf" srcId="{4E74D085-7F1A-461C-B460-4DCB6F1BE652}" destId="{E57DFFFB-3542-43CB-A442-E62E255E761F}" srcOrd="0" destOrd="0" presId="urn:microsoft.com/office/officeart/2005/8/layout/hierarchy1"/>
    <dgm:cxn modelId="{B8711AE6-FA8E-44E7-820C-E8C669F54E1A}" type="presParOf" srcId="{E57DFFFB-3542-43CB-A442-E62E255E761F}" destId="{37D95514-60CB-44D9-AF2A-CBBE28B043E0}" srcOrd="0" destOrd="0" presId="urn:microsoft.com/office/officeart/2005/8/layout/hierarchy1"/>
    <dgm:cxn modelId="{E104AD57-AE38-460E-B9EC-46763194BEC4}" type="presParOf" srcId="{E57DFFFB-3542-43CB-A442-E62E255E761F}" destId="{BEB2E21D-FC0A-426C-B5D5-54E2A5F140C1}" srcOrd="1" destOrd="0" presId="urn:microsoft.com/office/officeart/2005/8/layout/hierarchy1"/>
    <dgm:cxn modelId="{9C7FE46C-C48E-49DB-A49C-5EAAF6CD01B5}" type="presParOf" srcId="{4E74D085-7F1A-461C-B460-4DCB6F1BE652}" destId="{82A369FD-5B20-4047-A4B3-36B573E709BE}" srcOrd="1" destOrd="0" presId="urn:microsoft.com/office/officeart/2005/8/layout/hierarchy1"/>
    <dgm:cxn modelId="{424BC616-F883-46D5-B2AB-FE99E3589DBE}" type="presParOf" srcId="{0A3737C1-E367-4EEA-97C4-ECC348EBB0FB}" destId="{FD8A3226-9FE0-4F62-A5C5-362D0CAC370D}" srcOrd="1" destOrd="0" presId="urn:microsoft.com/office/officeart/2005/8/layout/hierarchy1"/>
    <dgm:cxn modelId="{E7D40878-B498-45DD-A31A-04D46169261A}" type="presParOf" srcId="{FD8A3226-9FE0-4F62-A5C5-362D0CAC370D}" destId="{3D5DD86F-5469-4159-8E1F-A2EF7AC7F250}" srcOrd="0" destOrd="0" presId="urn:microsoft.com/office/officeart/2005/8/layout/hierarchy1"/>
    <dgm:cxn modelId="{2B4B9A79-CDBC-45AF-A6FC-0B2B70224C77}" type="presParOf" srcId="{3D5DD86F-5469-4159-8E1F-A2EF7AC7F250}" destId="{FDCC81AD-7B0D-4D79-8DD6-840E197D969D}" srcOrd="0" destOrd="0" presId="urn:microsoft.com/office/officeart/2005/8/layout/hierarchy1"/>
    <dgm:cxn modelId="{A7F76826-1A77-4B8B-B2D0-C07C6461D4C7}" type="presParOf" srcId="{3D5DD86F-5469-4159-8E1F-A2EF7AC7F250}" destId="{0DD4CD1C-C289-449E-86B8-76C33EE0DB31}" srcOrd="1" destOrd="0" presId="urn:microsoft.com/office/officeart/2005/8/layout/hierarchy1"/>
    <dgm:cxn modelId="{C53D95F2-4876-449D-A80A-34AE07A7DB3D}" type="presParOf" srcId="{FD8A3226-9FE0-4F62-A5C5-362D0CAC370D}" destId="{A903FD91-9704-430F-9BFA-745D9C8D874E}" srcOrd="1" destOrd="0" presId="urn:microsoft.com/office/officeart/2005/8/layout/hierarchy1"/>
    <dgm:cxn modelId="{565F6A80-D346-407F-B23B-BC579C4B925C}" type="presParOf" srcId="{0A3737C1-E367-4EEA-97C4-ECC348EBB0FB}" destId="{213EEA27-2E97-445E-829C-D96BC7A601D6}" srcOrd="2" destOrd="0" presId="urn:microsoft.com/office/officeart/2005/8/layout/hierarchy1"/>
    <dgm:cxn modelId="{79064597-C3D8-4687-B731-E2D01AE5DF03}" type="presParOf" srcId="{213EEA27-2E97-445E-829C-D96BC7A601D6}" destId="{D1E65188-90EB-43C1-8C79-1D9EBA365D3C}" srcOrd="0" destOrd="0" presId="urn:microsoft.com/office/officeart/2005/8/layout/hierarchy1"/>
    <dgm:cxn modelId="{95DEE90C-0CBE-4EA9-A1C6-F4E95C8F4D4E}" type="presParOf" srcId="{D1E65188-90EB-43C1-8C79-1D9EBA365D3C}" destId="{93495943-7635-47F9-9169-5C989433F5D8}" srcOrd="0" destOrd="0" presId="urn:microsoft.com/office/officeart/2005/8/layout/hierarchy1"/>
    <dgm:cxn modelId="{CDDE7FD7-5112-4873-9408-EF90604237D7}" type="presParOf" srcId="{D1E65188-90EB-43C1-8C79-1D9EBA365D3C}" destId="{AFE3187C-E573-477B-B370-8172273BBC74}" srcOrd="1" destOrd="0" presId="urn:microsoft.com/office/officeart/2005/8/layout/hierarchy1"/>
    <dgm:cxn modelId="{E7A9A550-4AF9-4A1E-B29B-71C30A3FCBB0}" type="presParOf" srcId="{213EEA27-2E97-445E-829C-D96BC7A601D6}" destId="{EAE49795-BBAD-4EC7-A31C-53BB347B5B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CDF15A-E088-4431-A42F-E4DF70DFC5B2}">
      <dsp:nvSpPr>
        <dsp:cNvPr id="0" name=""/>
        <dsp:cNvSpPr/>
      </dsp:nvSpPr>
      <dsp:spPr>
        <a:xfrm>
          <a:off x="136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67580C-FD26-438C-8432-6DF9D642224D}">
      <dsp:nvSpPr>
        <dsp:cNvPr id="0" name=""/>
        <dsp:cNvSpPr/>
      </dsp:nvSpPr>
      <dsp:spPr>
        <a:xfrm>
          <a:off x="53251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Marcus Persson</a:t>
          </a:r>
        </a:p>
      </dsp:txBody>
      <dsp:txXfrm>
        <a:off x="621423" y="707003"/>
        <a:ext cx="4602566" cy="2857726"/>
      </dsp:txXfrm>
    </dsp:sp>
    <dsp:sp modelId="{E6651921-9F67-4E53-B840-63B0DF15165B}">
      <dsp:nvSpPr>
        <dsp:cNvPr id="0" name=""/>
        <dsp:cNvSpPr/>
      </dsp:nvSpPr>
      <dsp:spPr>
        <a:xfrm>
          <a:off x="584405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E7312-1B4E-4E9B-B24D-4B96BEEC0A14}">
      <dsp:nvSpPr>
        <dsp:cNvPr id="0" name=""/>
        <dsp:cNvSpPr/>
      </dsp:nvSpPr>
      <dsp:spPr>
        <a:xfrm>
          <a:off x="637520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230s</a:t>
          </a:r>
        </a:p>
      </dsp:txBody>
      <dsp:txXfrm>
        <a:off x="6464113" y="707003"/>
        <a:ext cx="4602566" cy="2857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4DC329-438A-470C-A2E2-6B6046B444CB}">
      <dsp:nvSpPr>
        <dsp:cNvPr id="0" name=""/>
        <dsp:cNvSpPr/>
      </dsp:nvSpPr>
      <dsp:spPr>
        <a:xfrm>
          <a:off x="827531" y="0"/>
          <a:ext cx="4965192" cy="496519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A5A6A-3479-4860-B7A3-29D85B49AF0B}">
      <dsp:nvSpPr>
        <dsp:cNvPr id="0" name=""/>
        <dsp:cNvSpPr/>
      </dsp:nvSpPr>
      <dsp:spPr>
        <a:xfrm>
          <a:off x="1299225" y="471693"/>
          <a:ext cx="1936424" cy="19364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Ett </a:t>
          </a:r>
          <a:r>
            <a:rPr lang="en-US" sz="2500" kern="1200" dirty="0" err="1"/>
            <a:t>hjälpmedel</a:t>
          </a:r>
          <a:endParaRPr lang="en-US" sz="2500" kern="1200" dirty="0"/>
        </a:p>
      </dsp:txBody>
      <dsp:txXfrm>
        <a:off x="1393753" y="566221"/>
        <a:ext cx="1747368" cy="1747368"/>
      </dsp:txXfrm>
    </dsp:sp>
    <dsp:sp modelId="{81C04715-39BA-43CF-85E5-1C3959B0B49C}">
      <dsp:nvSpPr>
        <dsp:cNvPr id="0" name=""/>
        <dsp:cNvSpPr/>
      </dsp:nvSpPr>
      <dsp:spPr>
        <a:xfrm>
          <a:off x="3384605" y="471693"/>
          <a:ext cx="1936424" cy="19364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Något interaktivt</a:t>
          </a:r>
        </a:p>
      </dsp:txBody>
      <dsp:txXfrm>
        <a:off x="3479133" y="566221"/>
        <a:ext cx="1747368" cy="1747368"/>
      </dsp:txXfrm>
    </dsp:sp>
    <dsp:sp modelId="{09DC020C-F0D0-4EAA-AB26-23E558B0E561}">
      <dsp:nvSpPr>
        <dsp:cNvPr id="0" name=""/>
        <dsp:cNvSpPr/>
      </dsp:nvSpPr>
      <dsp:spPr>
        <a:xfrm>
          <a:off x="1299225" y="2557073"/>
          <a:ext cx="1936424" cy="19364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Något roligt</a:t>
          </a:r>
        </a:p>
      </dsp:txBody>
      <dsp:txXfrm>
        <a:off x="1393753" y="2651601"/>
        <a:ext cx="1747368" cy="1747368"/>
      </dsp:txXfrm>
    </dsp:sp>
    <dsp:sp modelId="{339385E5-9ECD-4BB3-A6C1-CFE0908BD0A1}">
      <dsp:nvSpPr>
        <dsp:cNvPr id="0" name=""/>
        <dsp:cNvSpPr/>
      </dsp:nvSpPr>
      <dsp:spPr>
        <a:xfrm>
          <a:off x="3384605" y="2557073"/>
          <a:ext cx="1936424" cy="19364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Något jobbigt</a:t>
          </a:r>
        </a:p>
      </dsp:txBody>
      <dsp:txXfrm>
        <a:off x="3479133" y="2651601"/>
        <a:ext cx="1747368" cy="17473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95514-60CB-44D9-AF2A-CBBE28B043E0}">
      <dsp:nvSpPr>
        <dsp:cNvPr id="0" name=""/>
        <dsp:cNvSpPr/>
      </dsp:nvSpPr>
      <dsp:spPr>
        <a:xfrm>
          <a:off x="0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2E21D-FC0A-426C-B5D5-54E2A5F140C1}">
      <dsp:nvSpPr>
        <dsp:cNvPr id="0" name=""/>
        <dsp:cNvSpPr/>
      </dsp:nvSpPr>
      <dsp:spPr>
        <a:xfrm>
          <a:off x="348654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Underlätta gymnasiets fysik genom visualisering</a:t>
          </a:r>
        </a:p>
      </dsp:txBody>
      <dsp:txXfrm>
        <a:off x="407014" y="1111259"/>
        <a:ext cx="3021172" cy="1875841"/>
      </dsp:txXfrm>
    </dsp:sp>
    <dsp:sp modelId="{FDCC81AD-7B0D-4D79-8DD6-840E197D969D}">
      <dsp:nvSpPr>
        <dsp:cNvPr id="0" name=""/>
        <dsp:cNvSpPr/>
      </dsp:nvSpPr>
      <dsp:spPr>
        <a:xfrm>
          <a:off x="3835201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4CD1C-C289-449E-86B8-76C33EE0DB31}">
      <dsp:nvSpPr>
        <dsp:cNvPr id="0" name=""/>
        <dsp:cNvSpPr/>
      </dsp:nvSpPr>
      <dsp:spPr>
        <a:xfrm>
          <a:off x="4183856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Intresse i AR</a:t>
          </a:r>
        </a:p>
      </dsp:txBody>
      <dsp:txXfrm>
        <a:off x="4242216" y="1111259"/>
        <a:ext cx="3021172" cy="1875841"/>
      </dsp:txXfrm>
    </dsp:sp>
    <dsp:sp modelId="{93495943-7635-47F9-9169-5C989433F5D8}">
      <dsp:nvSpPr>
        <dsp:cNvPr id="0" name=""/>
        <dsp:cNvSpPr/>
      </dsp:nvSpPr>
      <dsp:spPr>
        <a:xfrm>
          <a:off x="7670403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3187C-E573-477B-B370-8172273BBC74}">
      <dsp:nvSpPr>
        <dsp:cNvPr id="0" name=""/>
        <dsp:cNvSpPr/>
      </dsp:nvSpPr>
      <dsp:spPr>
        <a:xfrm>
          <a:off x="8019057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Men vad innebär det att göra detta i AR?</a:t>
          </a:r>
        </a:p>
      </dsp:txBody>
      <dsp:txXfrm>
        <a:off x="8077417" y="1111259"/>
        <a:ext cx="3021172" cy="18758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739F5-9085-44CC-AFBF-BFEEF2755F8A}" type="datetimeFigureOut">
              <a:rPr lang="sv-SE" smtClean="0"/>
              <a:t>2026-05-11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852C0-723A-4FFD-B664-3E4D4A11085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9668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7852C0-723A-4FFD-B664-3E4D4A110850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8998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2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6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24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46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0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4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2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30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37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84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9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2" r:id="rId6"/>
    <p:sldLayoutId id="2147483708" r:id="rId7"/>
    <p:sldLayoutId id="2147483709" r:id="rId8"/>
    <p:sldLayoutId id="2147483710" r:id="rId9"/>
    <p:sldLayoutId id="2147483711" r:id="rId10"/>
    <p:sldLayoutId id="214748371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4E28F-0D12-73CB-CD47-4B396E9359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5" b="23425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7D8B4D-03D8-B63A-1C45-7E88FEA7DE20}"/>
              </a:ext>
            </a:extLst>
          </p:cNvPr>
          <p:cNvSpPr txBox="1"/>
          <p:nvPr/>
        </p:nvSpPr>
        <p:spPr>
          <a:xfrm>
            <a:off x="517870" y="978408"/>
            <a:ext cx="5127556" cy="2450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i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Gymnasiearbete</a:t>
            </a:r>
            <a:r>
              <a:rPr lang="en-US" sz="5100" b="1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5100" b="1" i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Fysik</a:t>
            </a:r>
            <a:r>
              <a:rPr lang="en-US" sz="5100" b="1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100" b="1" i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Simulering</a:t>
            </a:r>
            <a:r>
              <a:rPr lang="en-US" sz="5100" b="1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1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11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33A87-6AB6-484D-F31E-E117536D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6126479" cy="34716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dirty="0"/>
              <a:t>Det </a:t>
            </a:r>
            <a:r>
              <a:rPr lang="en-US" sz="7200" dirty="0" err="1"/>
              <a:t>grundar</a:t>
            </a:r>
            <a:r>
              <a:rPr lang="en-US" sz="7200" dirty="0"/>
              <a:t> sig </a:t>
            </a:r>
            <a:r>
              <a:rPr lang="en-US" sz="7200" dirty="0" err="1"/>
              <a:t>i</a:t>
            </a:r>
            <a:r>
              <a:rPr lang="en-US" sz="7200" dirty="0"/>
              <a:t> </a:t>
            </a:r>
            <a:r>
              <a:rPr lang="en-US" sz="7200" dirty="0" err="1"/>
              <a:t>ett</a:t>
            </a:r>
            <a:r>
              <a:rPr lang="en-US" sz="7200" dirty="0"/>
              <a:t> </a:t>
            </a:r>
            <a:r>
              <a:rPr lang="en-US" sz="7200" dirty="0" err="1"/>
              <a:t>enda</a:t>
            </a:r>
            <a:r>
              <a:rPr lang="en-US" sz="7200" dirty="0"/>
              <a:t> </a:t>
            </a:r>
            <a:r>
              <a:rPr lang="en-US" sz="7200" dirty="0" err="1"/>
              <a:t>äpple</a:t>
            </a:r>
            <a:r>
              <a:rPr lang="en-US" sz="720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70D10B-6EA2-89DB-412E-A83B81393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1B2B4D-C34C-DD87-2773-89FC65B4C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4536" y="657369"/>
            <a:ext cx="3823598" cy="552297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0301BA4-10E6-44CC-9EEC-727EDF3BC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1513" y="6300216"/>
            <a:ext cx="452183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58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71324-0787-1015-C16B-B3D15CEF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sv-SE" sz="5000" dirty="0"/>
              <a:t>Vem är jag?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F50F9B-9ED2-2174-6340-05E2F361E6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5726785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490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87B3-9A3D-866F-472D-6AA907BAE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330952" cy="3364992"/>
          </a:xfrm>
        </p:spPr>
        <p:txBody>
          <a:bodyPr>
            <a:normAutofit/>
          </a:bodyPr>
          <a:lstStyle/>
          <a:p>
            <a:r>
              <a:rPr lang="sv-SE" sz="5000" dirty="0"/>
              <a:t>Vad har jag gjort?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99507C-D0D6-158B-4D39-CDA3942D79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4206864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4715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48894-FEE9-9186-99B3-90F70959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492988-CB3D-B5D8-2D1C-013D8ABBF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EF2DA-A773-0B33-CC31-5377C069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44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FD0DC-0BB2-74BC-C373-5044DD0C3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387D76-887D-AB24-42A3-98EA7A4A7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58EA5-E630-4B99-B19A-8C6438D0F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93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3569D-6511-613D-6D92-66528BC2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68D058-7100-FBB3-3324-778F48A8E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467ED-9397-5D78-ACD2-AFD6B3478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 </a:t>
            </a:r>
            <a:br>
              <a:rPr lang="en-US" sz="6000">
                <a:solidFill>
                  <a:srgbClr val="FFFFFF"/>
                </a:solidFill>
              </a:rPr>
            </a:br>
            <a:r>
              <a:rPr lang="en-US" sz="6000">
                <a:solidFill>
                  <a:srgbClr val="FFFFFF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82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E9DE0-A64B-11EA-F34C-F6E3029E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AABDC1C-05F4-0917-2E61-145ACAFCC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5C3E1-7D1B-AF54-68C3-5DC616A43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 </a:t>
            </a:r>
            <a:br>
              <a:rPr lang="en-US" sz="6000">
                <a:solidFill>
                  <a:srgbClr val="FFFFFF"/>
                </a:solidFill>
              </a:rPr>
            </a:br>
            <a:r>
              <a:rPr lang="en-US" sz="6000">
                <a:solidFill>
                  <a:srgbClr val="FFFFFF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57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C25D-7F33-C5F1-886E-539DC0F0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sv-SE" dirty="0"/>
              <a:t>Teori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9B6A1-6BFE-B0D5-F4A1-D3C0A952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r>
              <a:rPr lang="sv-SE" sz="2000" dirty="0"/>
              <a:t>Godot</a:t>
            </a:r>
          </a:p>
          <a:p>
            <a:pPr lvl="1"/>
            <a:r>
              <a:rPr lang="sv-SE" sz="2000" dirty="0"/>
              <a:t>Scripts</a:t>
            </a:r>
          </a:p>
          <a:p>
            <a:pPr lvl="1"/>
            <a:r>
              <a:rPr lang="sv-SE" sz="2000" dirty="0" err="1"/>
              <a:t>Python</a:t>
            </a:r>
            <a:r>
              <a:rPr lang="sv-SE" sz="2000" dirty="0"/>
              <a:t>/GD Scripts</a:t>
            </a:r>
          </a:p>
          <a:p>
            <a:endParaRPr lang="sv-SE" sz="2000" dirty="0"/>
          </a:p>
          <a:p>
            <a:r>
              <a:rPr lang="sv-SE" sz="2000" dirty="0" err="1"/>
              <a:t>Unreal</a:t>
            </a:r>
            <a:r>
              <a:rPr lang="sv-SE" sz="2000" dirty="0"/>
              <a:t> Engine 5</a:t>
            </a:r>
          </a:p>
          <a:p>
            <a:pPr lvl="1"/>
            <a:r>
              <a:rPr lang="sv-SE" sz="2000" dirty="0"/>
              <a:t>Blueprints</a:t>
            </a:r>
          </a:p>
          <a:p>
            <a:pPr lvl="1"/>
            <a:r>
              <a:rPr lang="sv-SE" sz="2000" dirty="0" err="1"/>
              <a:t>Function</a:t>
            </a:r>
            <a:endParaRPr lang="sv-SE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6AD6C8-BB19-093A-C847-78D46D2A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" r="1537" b="-3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0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62C46A-79BF-3E4A-3DF8-26E26DC8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sv-SE" dirty="0"/>
              <a:t>Varför?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6DB494-23FF-B1FF-A68B-85BE9B336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17318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1037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53B4BA-8688-0DFA-9C26-5D145243E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54" r="1" b="5154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5D9BD-0AB8-E43E-2571-2B66D935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Frågor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6ECF6-5682-40FB-2F66-238B55C842A9}"/>
              </a:ext>
            </a:extLst>
          </p:cNvPr>
          <p:cNvSpPr txBox="1"/>
          <p:nvPr/>
        </p:nvSpPr>
        <p:spPr>
          <a:xfrm>
            <a:off x="3047338" y="3242346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97278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Lines intersecting at pushpin">
            <a:extLst>
              <a:ext uri="{FF2B5EF4-FFF2-40B4-BE49-F238E27FC236}">
                <a16:creationId xmlns:a16="http://schemas.microsoft.com/office/drawing/2014/main" id="{39321C68-5FDA-B78E-4B9F-EEF3A0D45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80" r="-1" b="632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CCEB8-BB27-20A7-2302-0E99A568F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816092"/>
            <a:ext cx="5461907" cy="52351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Tack för </a:t>
            </a:r>
            <a:r>
              <a:rPr lang="en-US" sz="6000" dirty="0" err="1">
                <a:solidFill>
                  <a:srgbClr val="FFFFFF"/>
                </a:solidFill>
              </a:rPr>
              <a:t>att</a:t>
            </a:r>
            <a:r>
              <a:rPr lang="en-US" sz="6000" dirty="0">
                <a:solidFill>
                  <a:srgbClr val="FFFFFF"/>
                </a:solidFill>
              </a:rPr>
              <a:t> </a:t>
            </a:r>
            <a:r>
              <a:rPr lang="en-US" sz="6000" dirty="0" err="1">
                <a:solidFill>
                  <a:srgbClr val="FFFFFF"/>
                </a:solidFill>
              </a:rPr>
              <a:t>ni</a:t>
            </a:r>
            <a:r>
              <a:rPr lang="en-US" sz="6000" dirty="0">
                <a:solidFill>
                  <a:srgbClr val="FFFFFF"/>
                </a:solidFill>
              </a:rPr>
              <a:t> </a:t>
            </a:r>
            <a:r>
              <a:rPr lang="en-US" sz="6000" dirty="0" err="1">
                <a:solidFill>
                  <a:srgbClr val="FFFFFF"/>
                </a:solidFill>
              </a:rPr>
              <a:t>lyssnat</a:t>
            </a:r>
            <a:r>
              <a:rPr lang="en-US" sz="6000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60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Widescreen</PresentationFormat>
  <Paragraphs>29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Bierstadt</vt:lpstr>
      <vt:lpstr>GestaltVTI</vt:lpstr>
      <vt:lpstr>PowerPoint Presentation</vt:lpstr>
      <vt:lpstr>Det grundar sig i ett enda äpple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Vem är jag?</vt:lpstr>
      <vt:lpstr>Vad har jag gjort?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Teori</vt:lpstr>
      <vt:lpstr>Varför?</vt:lpstr>
      <vt:lpstr>Frågor</vt:lpstr>
      <vt:lpstr>Tack för att ni lyssnat!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Persson</dc:creator>
  <cp:lastModifiedBy>Marcus Persson</cp:lastModifiedBy>
  <cp:revision>2</cp:revision>
  <dcterms:created xsi:type="dcterms:W3CDTF">2026-05-05T08:18:54Z</dcterms:created>
  <dcterms:modified xsi:type="dcterms:W3CDTF">2026-05-11T11:17:33Z</dcterms:modified>
</cp:coreProperties>
</file>